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Информационная система ЦПК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Курсовая работа по дисциплине проектирования информационных систем</a:t>
            </a:r>
          </a:p>
          <a:p>
            <a:r>
              <a:t>Тема: автоматизация процессов центра повышения квалификации</a:t>
            </a:r>
          </a:p>
          <a:p>
            <a:r>
              <a:t>Цель: формальное и практическое закрытие ключевых критериев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Разрозненный учет заявок, оплат и результатов обучения</a:t>
            </a:r>
          </a:p>
          <a:p>
            <a:pPr>
              <a:defRPr sz="2200"/>
            </a:pPr>
            <a:r>
              <a:t>Риски ошибок при ручной обработке данных</a:t>
            </a:r>
          </a:p>
          <a:p>
            <a:pPr>
              <a:defRPr sz="2200"/>
            </a:pPr>
            <a:r>
              <a:t>Необходимость единой системы с прозрачным процессом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Бизнес-процесс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Линейный сценарий: Программа -&gt; Заявка -&gt; Оплата -&gt; Аттестация -&gt; Удостоверение</a:t>
            </a:r>
          </a:p>
          <a:p>
            <a:pPr>
              <a:defRPr sz="2200"/>
            </a:pPr>
            <a:r>
              <a:t>Роли: администратор, методист, преподаватель, слушатель</a:t>
            </a:r>
          </a:p>
          <a:p>
            <a:pPr>
              <a:defRPr sz="2200"/>
            </a:pPr>
            <a:r>
              <a:t>KPI: скорость обработки и контроль статусов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и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Трехзвенная архитектура: UI -&gt; Server -&gt; DB</a:t>
            </a:r>
          </a:p>
          <a:p>
            <a:pPr>
              <a:defRPr sz="2200"/>
            </a:pPr>
            <a:r>
              <a:t>Java + Spring Boot + PostgreSQL + Thymeleaf</a:t>
            </a:r>
          </a:p>
          <a:p>
            <a:pPr>
              <a:defRPr sz="2200"/>
            </a:pPr>
            <a:r>
              <a:t>Spring Security + JPA/Hibernate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Подготовлен комплект из 8 диаграмм: IDEF0/IDEF3/DFD/UML/IDEF1X</a:t>
            </a:r>
          </a:p>
          <a:p>
            <a:pPr>
              <a:defRPr sz="2200"/>
            </a:pPr>
            <a:r>
              <a:t>IDEF0: 3 уровня детализации</a:t>
            </a:r>
          </a:p>
          <a:p>
            <a:pPr>
              <a:defRPr sz="2200"/>
            </a:pPr>
            <a:r>
              <a:t>UML: варианты использования, активность, последовательность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База данных и 3НФ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Сущности: Program, Application, Payment, AssessmentResult, Certificate, User</a:t>
            </a:r>
          </a:p>
          <a:p>
            <a:pPr>
              <a:defRPr sz="2200"/>
            </a:pPr>
            <a:r>
              <a:t>Связи: 1:N и 1:1 по линейному процессу</a:t>
            </a:r>
          </a:p>
          <a:p>
            <a:pPr>
              <a:defRPr sz="2200"/>
            </a:pPr>
            <a:r>
              <a:t>Для каждой таблицы обоснована 3-я нормальная форма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Авторизация и роли</a:t>
            </a:r>
          </a:p>
          <a:p>
            <a:pPr>
              <a:defRPr sz="2200"/>
            </a:pPr>
            <a:r>
              <a:t>CRUD, поиск, сортировка, статистика</a:t>
            </a:r>
          </a:p>
          <a:p>
            <a:pPr>
              <a:defRPr sz="2200"/>
            </a:pPr>
            <a:r>
              <a:t>Единая обработка ошибок (404/500/валидация)</a:t>
            </a:r>
          </a:p>
          <a:p>
            <a:pPr>
              <a:defRPr sz="2200"/>
            </a:pPr>
            <a:r>
              <a:t>Страница «Об авторе»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Система покрывает обязательные критерии курсовой работы</a:t>
            </a:r>
          </a:p>
          <a:p>
            <a:pPr>
              <a:defRPr sz="2200"/>
            </a:pPr>
            <a:r>
              <a:t>Подготовлены ПЗ, диаграммы, материалы для защиты</a:t>
            </a:r>
          </a:p>
          <a:p>
            <a:pPr>
              <a:defRPr sz="2200"/>
            </a:pPr>
            <a:r>
              <a:t>Результат: рабочий MVP + формальная документационная база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